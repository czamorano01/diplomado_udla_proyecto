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323" y="237744"/>
            <a:ext cx="1378732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Geografía de ventas 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360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Desempeño Logístico y visualización interactiva, sin dependencias externas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Zamorano · Diplomado en Ingeniería de Datos con Python · UDLA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07-07-2026 · Dataset: Olist Brazilian E-commerce (98.666 pedidos)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5120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6B1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4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negocio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resuelve el pipeline?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es una plataforma de e-commerce brasileña con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98.666 pedidos reales</a:t>
            </a:r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distribuidos por todo el país. El equipo de operaciones necesita saber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rutas vendedor→cliente funcionan bien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cuáles generan atrasos y sobrecostos de flete.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geográfica, no se sabe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reforzar acuerdos con transportistas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qué vendedores priorizar. Lo usa el equipo de logística.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estados y rutas priorizar?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¿Dónde el desempeño logístico es más bajo y por qué (volumen, puntualidad, flete o satisfacción)?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635240" y="105156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FF3ED"/>
          </a:solidFill>
          <a:ln w="19050">
            <a:solidFill>
              <a:srgbClr val="FFD0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una frase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09560" y="182880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 analiza 98.666 pedidos en 24 meses, calcula un Índice de Desempeño Logístico por ruta (volumen + puntualidad + flete + satisfacción) y lo despliega en 3 dashboards interactivos sin servidor ni dependencias externas.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las 9 tablas de Olist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516575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Fuente / Tabla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Qué aporta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Filas aprox.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olist_orders_dataset.csv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Fechas de compra, entrega y estimada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99.441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olist_order_items_dataset.csv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Productos, precio y flete por pedido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112.650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olist_customers_dataset.csv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CEP / ciudad / estado del cliente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99.441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olist_sellers_dataset.csv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CEP / ciudad / estado del vendedor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3.095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olist_order_payments_dataset.csv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Método de pago y cuotas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103.886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olist_order_reviews_dataset.csv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review_score (satisfacción)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99.224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olist_products_dataset.csv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Categoría del producto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32.951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olist_geolocation_dataset.csv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lat/lng por CEP (distancias y mapas)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~1.000.163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product_category_name_translation.csv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Traducción de categorías a inglés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CSV de Olist, </a:t>
            </a:r>
            <a:pPr indent="0" marL="0">
              <a:buNone/>
            </a:pPr>
            <a:r>
              <a:rPr lang="en-US" sz="1550" b="1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unidas en un dataset maestro de 98.666 pedidos únicos</a:t>
            </a:r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(2016-09 a 2018-09).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5120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6B1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</a:t>
            </a:r>
            <a:endParaRPr lang="en-US" sz="4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solución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del pipeline: ingesta → transformación → salida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13232" y="21945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extraer.py lee las 9 tablas con manejo tolerante de encoding/separador y detecta CSV corruptos o placeholders de OneDrive.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64992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64992" y="1783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364992" y="21945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transformar.py valida calidad, une las 9 tablas y calcula distancia (haversine), atraso de entrega y flete por km.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52160" y="11430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16752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16752" y="1783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016752" y="21945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metrics.py calcula el Índice de Desempeño Logístico por ruta y los datasets de los paneles estadísticos.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503920" y="11430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68512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668512" y="1783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668512" y="21945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visualization_builder.py genera 3 dashboards HTML con un motor de gráficos Canvas 2D propio, sin CDN.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comando: </a:t>
            </a:r>
            <a:pPr indent="0" marL="0">
              <a:buNone/>
            </a:pPr>
            <a:r>
              <a:rPr lang="en-US" sz="1550" b="1" i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</a:t>
            </a:r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Corre de punta a punta sobre las 98.666 filas del dataset completo.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técnicas y buenas prácticas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6309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`validar_calidad()` revisa nulos y duplicados por tabla; `_verificar_archivo_texto()` detecta CSV corruptos o placeholders de OneDrive antes de leerlos.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errores: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logging centralizado (`logging_config.py`) con archivo rotativo (5 MB × 3 respaldos) + consola. Fallback de encoding/separador al leer cada CSV.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prácticas: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cero credenciales hardcodeadas; configuración 100% externalizada en `config.yaml` (rutas, pesos del índice, umbrales de negocio); pipeline idempotente.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tests unitarios (pytest) sobre las funciones de cálculo más críticas del pipeline.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35240" y="1097280"/>
            <a:ext cx="3977640" cy="4343400"/>
          </a:xfrm>
          <a:prstGeom prst="roundRect">
            <a:avLst>
              <a:gd name="adj" fmla="val 2759"/>
            </a:avLst>
          </a:prstGeom>
          <a:solidFill>
            <a:srgbClr val="FFF3ED"/>
          </a:solidFill>
          <a:ln w="19050">
            <a:solidFill>
              <a:srgbClr val="FFD0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2984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tests unitarios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09560" y="1874520"/>
            <a:ext cx="34747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test_haversine_distancia_cero_para_mismo_punto</a:t>
            </a:r>
            <a:endParaRPr lang="en-US" sz="115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test_haversine_distancia_sp_rio</a:t>
            </a:r>
            <a:endParaRPr lang="en-US" sz="115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test_normalizar_0_100_rango_basico</a:t>
            </a:r>
            <a:endParaRPr lang="en-US" sz="115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test_normalizar_0_100_invertido</a:t>
            </a:r>
            <a:endParaRPr lang="en-US" sz="115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test_normalizar_0_100_valores_constantes_no_falla</a:t>
            </a:r>
            <a:endParaRPr lang="en-US" sz="115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test_calcular_indice_desempeno_pesos_y_rango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con: pytest tests/ -v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5120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6B1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del</a:t>
            </a:r>
            <a:endParaRPr lang="en-US" sz="4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en vivo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funcionando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spcAft>
                <a:spcPts val="34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`python -m src.main` → carga 9 tablas, valida calidad, construye el dataset maestro, calcula el IDL y genera 3 HTML + CSVs en segundos.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dashboards se abren </a:t>
            </a:r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pPr indent="0" marL="0">
              <a:spcAft>
                <a:spcPts val="34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navegador (`file://`, sin servidor HTTP).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</a:t>
            </a:r>
            <a:pPr indent="0" marL="0">
              <a:spcAft>
                <a:spcPts val="34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corrida sobrescribe los mismos 3 archivos — no se acumulan copias.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spcAft>
                <a:spcPts val="34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`pytest tests/ -v` → 6 tests sobre las funciones de cálculo más críticas.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 HTTP, sin conexión a internet: </a:t>
            </a:r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dashboards son archivos file:// 100% autocontenidos, con un motor de gráficos Canvas 2D propio.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5120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6B1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4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hallazgos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encontramos?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totales: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R$ 15.843.553 en 98.666 pedidos (2016-09 a 2018-09). São Paulo concentra el 42% de los pedidos.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Estacionalidad: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noviembre de 2017 es el mes más fuerte (Black Friday): R$ 1.179.144 en un solo mes, 7.451 pedidos.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logístico: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IDL nacional promedio de 49,3/100 (rango 40,4–70,3). La ruta SP→SP (entrega dentro del mismo estado) lidera con 70,3.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635240" y="105156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FF3ED"/>
          </a:solidFill>
          <a:ln w="19050">
            <a:solidFill>
              <a:srgbClr val="FFD0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R$15,8M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909560" y="228600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total en 98.666 pedidos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meses de historia (2016-09 a 2018-09)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más fuerte: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2017 (Black Friday)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 promedio nacional: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 / 100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dashboards en acción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pic>
        <p:nvPicPr>
          <p:cNvPr id="5" name="Image 1" descr="/tmp/pptx_build/img/shot_ma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211" y="1024128"/>
            <a:ext cx="6499274" cy="30175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pic>
      <p:pic>
        <p:nvPicPr>
          <p:cNvPr id="6" name="Image 2" descr="/tmp/pptx_build/img/shot_fluj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34" y="4425696"/>
            <a:ext cx="3643532" cy="16916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pic>
      <p:pic>
        <p:nvPicPr>
          <p:cNvPr id="7" name="Image 3" descr="/tmp/pptx_build/img/shot_estadisticas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115" y="4425696"/>
            <a:ext cx="5205046" cy="16916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usé la IA en el desarrollo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6309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ayudó:</a:t>
            </a:r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diagnosticar por qué el dashboard se veía "congelado" (un `&lt;/script&gt;` faltante silenciaba todo el JavaScript) y detectar que el CDN de Chart.js estaba siendo bloqueado en mi entorno.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corregí:</a:t>
            </a:r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reemplazar Chart.js por un motor de gráficos Canvas 2D propio, y reestructurar un único dashboard complejo en 3 archivos livianos y enfocados en resultados estadísticos.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entiendo:</a:t>
            </a:r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puedo explicar cada función clave — `haversine_km()`, `calcular_indice_desempeno()`, `construir_flujos_nacionales()` — y por qué el IDL usa normalización min-max invertida en atraso y flete.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35240" y="1097280"/>
            <a:ext cx="3977640" cy="4343400"/>
          </a:xfrm>
          <a:prstGeom prst="roundRect">
            <a:avLst>
              <a:gd name="adj" fmla="val 2759"/>
            </a:avLst>
          </a:prstGeom>
          <a:solidFill>
            <a:srgbClr val="FFF3ED"/>
          </a:solidFill>
          <a:ln w="19050">
            <a:solidFill>
              <a:srgbClr val="FFD0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Copiloto, no piloto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09560" y="19659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aceleró la escritura y el debugging del código, pero cada decisión de diseño — qué validar, cómo estructurar los dashboards, qué motor de gráficos usar — fue mía. Puedo explicar cualquier línea del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5120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6B1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</a:t>
            </a:r>
            <a:endParaRPr lang="en-US" sz="4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generado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valor genera el proyecto?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que habilita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qué rutas y estados reforzar con transportistas, y negociar SLA de flete donde el IDL es más bajo.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69080" y="1143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5196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25196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/ costo ahorrado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251960" y="2286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un análisis manual cruzando 9 tablas en Excel. El pipeline corre en segundos y se abre solo en el navegador.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589520" y="1143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0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77240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772400" y="2286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los CSV de salida a S3 (Unidad 2) y agregar un resumen ejecutivo generado por IA + una fuente externa de clima (Unidad 3).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IDL promedio de 49,3/100 a nivel nacional, el equipo de operaciones sabe exactamente qué rutas necesitan atención primero.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del proceso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DPL1046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difícil:</a:t>
            </a:r>
            <a:pPr indent="0" marL="0">
              <a:spcAft>
                <a:spcPts val="40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diagnosticar por qué el dashboard se veía "congelado" — no era un bug obvio de lógica, sino un `&lt;/script&gt;` faltante que silenciaba TODO el JavaScript, y luego un CDN externo bloqueado en mi propio entorno.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haría distinto:</a:t>
            </a:r>
            <a:pPr indent="0" marL="0">
              <a:spcAft>
                <a:spcPts val="40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separar desde el inicio la visualización en un motor de gráficos propio en vez de depender de una librería externa (Chart.js) — hubiera evitado dos rondas completas de debugging.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 llevo:</a:t>
            </a:r>
            <a:pPr indent="0" marL="0">
              <a:spcAft>
                <a:spcPts val="40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construir un pipeline de punta a punta — desde 9 CSV crudos hasta un índice de desempeño de negocio desplegado en dashboards interactivos sin servidor, con configuración 100% externalizada.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build/img/udl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939" y="201168"/>
            <a:ext cx="1116117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· ¿Preguntas?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Zamorano · cristian.zamorano@alumnos.upla.cl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DPL1046 · Proyecto Integrador · Diplomado en Ingeniería de Datos con Python · UDLA ·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Geografía de ventas y Dashboard 360 — Proyecto Integrador DPL1046</dc:title>
  <dc:subject>PptxGenJS Presentation</dc:subject>
  <dc:creator>Cristian Zamorano</dc:creator>
  <cp:lastModifiedBy>Cristian Zamorano</cp:lastModifiedBy>
  <cp:revision>1</cp:revision>
  <dcterms:created xsi:type="dcterms:W3CDTF">2026-07-07T20:46:13Z</dcterms:created>
  <dcterms:modified xsi:type="dcterms:W3CDTF">2026-07-07T20:46:13Z</dcterms:modified>
</cp:coreProperties>
</file>